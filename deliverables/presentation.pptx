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Video Question Answering with Temporal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A Multi-modal System with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1827"/>
                </a:solidFill>
                <a:latin typeface="Calibri"/>
              </a:rPr>
              <a:t>Course:  Computer 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827"/>
                </a:solidFill>
                <a:latin typeface="Calibri"/>
              </a:rPr>
              <a:t>Author:  Abdelrahman Nashaan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B5563"/>
                </a:solidFill>
                <a:latin typeface="Calibri"/>
              </a:rPr>
              <a:t>Tanta University — Faculty of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Videos are dense, time-consuming sources of information.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Users often need a specific answer, not the full video.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Existing tools either don't localize the answer in time or don't explain how they found it.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Goal — answer a free-form question about a video AND show where and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Multi-modal: fuse visual frames + audio transcript + question text.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Bilingual: support Arabic and English questions and audio.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Explainable: surface model reasoning, not just outputs.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Reproducible: single notebook, runs on free Colab GPU.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25880"/>
            <a:ext cx="11551615" cy="47548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900">
                <a:solidFill>
                  <a:srgbClr val="101827"/>
                </a:solidFill>
                <a:latin typeface="Courier New"/>
              </a:rPr>
              <a:t>                 +----------------------------------------------+
                 |  Inputs: video (file or URL) + question      |
                 +------------------------+---------------------+
                                          |
              +---------------------------+---------------------------+
              v                                                       v
   +--------------------+                                  +----------------------+
   | Frame extraction   |                                  | Audio extraction     |
   |  - 2 fps sampling  |                                  |  - faster-whisper    |
   |  - histogram dedup |                                  |    large-v3 (auto    |
   +---------+----------+                                  |    language detect)  |
             v                                             +-----------+----------+
   +--------------------+                                              v
   | SigLIP image embed |                                  +----------------------+
   | (large-384 / base) |                                  | Sliding-window chunks|
   +---------+----------+                                  |  + bge-m3 embeddings |
             |                                             +-----------+----------+
             +-----------------------+----------------------------------+
                                     v
            +----------------------------------------------------+
            | Per-timestamp raw scores -&gt; z-softmax normalize    |
            | -&gt; alpha*v_norm + beta*a_norm -&gt; top-K moments     |
            +-----------------------+----------------------------+
                                    v
            +----------------------------------------------------+
            | Llama 3.3 70B (Groq) -&gt; grounded answer +          |
            | cited [mm:ss] timestamps                           |
            +-----------------------+----------------------------+
                                    v
            +----------------------------------------------------+
            | XAI: timeline . Grad-CAM . frame grid . modality   |
            +-----------------------+----------------------------+
                                    v
                              +-------------+
                              |  Gradio UI  |
                              |  share=True |
                              +-------------+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Calibri"/>
              </a:rPr>
              <a:t>Inputs → frame &amp; audio extraction → multi-modal embedding → retrieval → LLM answer → 4 XAI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Multi-modal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Visual stream: SigLIP image encoder produces per-frame embeddings (2 fps with keyframe deduplication).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Audio stream: Whisper-large-v3 transcribes with word-level timestamps; bge-m3 embeds 10-second chunks.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Fusion: weighted sum of normalized visual and audio similarities to the question.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Answer: top-K moments + transcript snippets sent to Llama 3.3 (Groq) for 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Bilingual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Whisper-large-v3 auto-detects Arabic and English audio.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bge-m3 retrieves over Arabic and English transcripts natively.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SigLIP is English-only; Arabic questions are translated for visual retrieval and the translation is shown to the user.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Final answer is generated in the language of the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Explainable AI — 4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Timeline relevance: per-second visual and audio relevance over the full video, peaks marked.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Top candidate frames: top-K frames as a grid, each labeled with its visual / audio / combined score.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Modality contribution: stacked bar chart per moment — did the answer come from sight or sound?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Grad-CAM: spatial attention heatmap on the top frame, showing which regions matched the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Calibri"/>
              </a:rPr>
              <a:t>Together these answer "what, where, when, and why."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Evaluation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115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Annotated triples: (video, question, ground-truth timestamp).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Metrics: Top-1 IoU, Hit@1 / Hit@3 / Hit@5, Mean Temporal Error (seconds).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01827"/>
                </a:solidFill>
                <a:latin typeface="Calibri"/>
              </a:rPr>
              <a:t>•  Note: small annotated set; designed as a methodology, not a leaderboard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40AF"/>
                </a:solidFill>
                <a:latin typeface="Calibri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SigLIP (google/siglip-large-patch16-384)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Whisper-large-v3 (faster-whisper / CTranslate2)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BAAI/bge-m3 dense multilingual retriever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Llama 3.3 70B Versatile (Groq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167" y="1463040"/>
            <a:ext cx="518144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40AF"/>
                </a:solidFill>
                <a:latin typeface="Calibri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2011680"/>
            <a:ext cx="518144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PyTorch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Hugging Face Transformers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faster-whisper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pytorch-grad-cam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Gradio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Groq API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01827"/>
                </a:solidFill>
                <a:latin typeface="Calibri"/>
              </a:rPr>
              <a:t>•  Google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1827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Designed for short videos (&lt; 10 min); longer videos need config tuning.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Whisper diarization not used; multi-speaker accuracy may suffer.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SigLIP is English-trained; Arabic visual queries depend on translation quality.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URL downloads from Colab IPs sometimes fail; direct upload is the reliable path.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01827"/>
                </a:solidFill>
                <a:latin typeface="Calibri"/>
              </a:rPr>
              <a:t>•  Future: end-to-end video-language model comparison; speaker-aware retrieval; finer temporal resolution.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E40AF"/>
                </a:solidFill>
                <a:latin typeface="Calibri"/>
              </a:rPr>
              <a:t>Thank you.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B5563"/>
                </a:solidFill>
                <a:latin typeface="Calibri"/>
              </a:rPr>
              <a:t>https://github.com/Abdelrahman-Nashaat/Video-Question-Answering-with-Temporal-Grounding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00">
                <a:solidFill>
                  <a:srgbClr val="4B5563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